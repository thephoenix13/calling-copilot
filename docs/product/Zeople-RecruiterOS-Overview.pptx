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415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"/>
            <a:ext cx="12027103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Zeople RecruiterOS · Product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zeople.ai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8655" y="0"/>
            <a:ext cx="1463040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377440"/>
            <a:ext cx="94484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Overview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recruiting from sourcing through post-offer follow-up.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4114800"/>
            <a:ext cx="12801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48495" y="6217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zeople.ai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097280"/>
            <a:ext cx="1650939" cy="409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48639" y="1114737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Zeople RecruiterOS?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AI-powered recruiting platform that helps recruiters manage the full hiring lifecycle — from sourcing and screening candidates to making final decisions and tracking post-offer follow-up — in one place.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357621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337560"/>
            <a:ext cx="3657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520440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023360"/>
            <a:ext cx="30275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call coaching, resume scoring, evaluation reports, automated POFU emails — all powered by Claude.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07738" y="3108960"/>
            <a:ext cx="357621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82058" y="3337560"/>
            <a:ext cx="3657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4582058" y="3520440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82058" y="4023360"/>
            <a:ext cx="30275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Sourcing → screening → assessment → decision → offer → joining. One platform, one source of truth.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66837" y="3108960"/>
            <a:ext cx="357621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41157" y="3337560"/>
            <a:ext cx="3657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8341157" y="3520440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recruiters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41157" y="4023360"/>
            <a:ext cx="30275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Pipeline-first UI, agentic workflows, and per-recruiter QA scorecards designed for daily use.</a:t>
            </a:r>
            <a:endParaRPr lang="en-US" sz="12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94657"/>
            <a:ext cx="1650939" cy="409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48640" y="1129284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at a glance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03454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034540"/>
            <a:ext cx="357621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99132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SOURCING &amp; SETUP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2537460"/>
            <a:ext cx="302757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Management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Database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JD Enhancer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07738" y="203454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07738" y="2034540"/>
            <a:ext cx="357621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4582058" y="2199132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82058" y="2537460"/>
            <a:ext cx="302757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Calling CoPilot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Sessions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66837" y="203454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66837" y="2034540"/>
            <a:ext cx="357621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8341157" y="2199132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41157" y="2537460"/>
            <a:ext cx="302757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Interviews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MCQ Assessments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 Assessments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95478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3954780"/>
            <a:ext cx="357621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119372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POST-OFFER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" y="4457700"/>
            <a:ext cx="302757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POFU (Post-Offer Follow-Up)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07738" y="3954780"/>
            <a:ext cx="357621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07738" y="3954780"/>
            <a:ext cx="357621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4582058" y="4119372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82058" y="4457700"/>
            <a:ext cx="302757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&amp; Analytics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QA</a:t>
            </a:r>
            <a:endParaRPr lang="en-US" sz="12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94657"/>
            <a:ext cx="1650939" cy="409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48640" y="1140923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Sessions — </a:t>
            </a:r>
            <a:r>
              <a:rPr lang="en-US" sz="2200" b="1" dirty="0" err="1" smtClean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</a:t>
            </a:r>
            <a:r>
              <a:rPr lang="en-US" sz="2200" b="1" dirty="0" smtClean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7-step hiring drive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857895"/>
            <a:ext cx="263644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059063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07735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5880" y="2086495"/>
            <a:ext cx="17220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JD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726575"/>
            <a:ext cx="21792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job for this drive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67964" y="1857895"/>
            <a:ext cx="263644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96564" y="2059063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96564" y="207735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145204" y="2086495"/>
            <a:ext cx="17220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JD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96564" y="2726575"/>
            <a:ext cx="21792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generates 5 ready assets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87288" y="1857895"/>
            <a:ext cx="263644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15888" y="2059063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15888" y="207735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964528" y="2086495"/>
            <a:ext cx="17220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Candidates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15888" y="2726575"/>
            <a:ext cx="21792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match scoring + content check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06611" y="1857895"/>
            <a:ext cx="263644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35211" y="2059063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211" y="207735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783851" y="2086495"/>
            <a:ext cx="17220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Screening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235211" y="2726575"/>
            <a:ext cx="21792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/ On Hold / Reject + live call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3961015"/>
            <a:ext cx="263644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4162183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418047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325880" y="4189615"/>
            <a:ext cx="17220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Round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7240" y="4829695"/>
            <a:ext cx="21792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/ MCQ / Coding + AI reports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367964" y="3961015"/>
            <a:ext cx="263644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96564" y="4162183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96564" y="418047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4145204" y="4189615"/>
            <a:ext cx="17220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596564" y="4829695"/>
            <a:ext cx="21792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L1/L2/L3, Proceed/Pool, schedule interview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87288" y="3961015"/>
            <a:ext cx="263644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15888" y="4162183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15888" y="418047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6964528" y="4189615"/>
            <a:ext cx="17220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Tracker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15888" y="4829695"/>
            <a:ext cx="21792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Kanban board with inline scheduling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 unlock progressively. Step 5 has 4 sub-modes (VI / MCQ / Coding / AI Reports). Steps 6 &amp; 7 include an inline interview scheduler.</a:t>
            </a:r>
            <a:endParaRPr lang="en-US" sz="1050" dirty="0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94657"/>
            <a:ext cx="1650939" cy="409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Calling CoPilot — the flagship feature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5760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dials a candidate directly from the browser.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transcription captures the conversation in real time.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surfaces nudges and suggested questions during the call.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Demo mode simulates a full conversation for product walkthroughs.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0" y="1965960"/>
            <a:ext cx="5059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AI reports after every call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2331720"/>
            <a:ext cx="505937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0" y="2423160"/>
            <a:ext cx="4510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Per-Call QA Report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0" y="2834640"/>
            <a:ext cx="45107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8-dimension scorecard with weighted scores, transcript-grounded evidence, red flags, and weak vs. better coaching nudges.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0" y="4206240"/>
            <a:ext cx="505937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4297680"/>
            <a:ext cx="4510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Evaluation Report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858000" y="4709160"/>
            <a:ext cx="45107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fit score, recommendation (recommend / consider / decline), strengths, concerns, and a written summary.</a:t>
            </a:r>
            <a:endParaRPr lang="en-US" sz="11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94657"/>
            <a:ext cx="1650939" cy="409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58698" y="128431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modules that feed the pipeline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878676"/>
            <a:ext cx="3576218" cy="42062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152996"/>
            <a:ext cx="457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335876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Management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884516"/>
            <a:ext cx="302757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and manage job postings — title, client, location, salary, required &amp; preferred skills, headcount. Jobs feed into pipelines and the JD Enhancer.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07738" y="1878676"/>
            <a:ext cx="3576218" cy="42062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82058" y="2152996"/>
            <a:ext cx="457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4582058" y="2335876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Database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82058" y="2884516"/>
            <a:ext cx="302757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Searchable database of all candidates with contact details, experience, skills, resume text, and history. AI Content Check flags AI-generated resumes.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66837" y="1878676"/>
            <a:ext cx="3576218" cy="42062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41157" y="2152996"/>
            <a:ext cx="457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8341157" y="2335876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JD Enhancer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341157" y="2884516"/>
            <a:ext cx="302757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a rough JD → get five ready-to-use assets: Formatted JD, Recruiter Brief, Clarification Questions, Reachout Material, Sourcing Keywords.</a:t>
            </a:r>
            <a:endParaRPr lang="en-US" sz="13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94657"/>
            <a:ext cx="1650939" cy="409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48640" y="1098111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native assessment formats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695796"/>
            <a:ext cx="3576218" cy="42062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70116"/>
            <a:ext cx="457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52996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Interviews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701636"/>
            <a:ext cx="302757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 video templates with multiple questions. AI scores communication, relevance, and 5 competencies per response.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07738" y="1695796"/>
            <a:ext cx="3576218" cy="42062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82058" y="1970116"/>
            <a:ext cx="457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4582058" y="2152996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MCQ Assessments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82058" y="2701636"/>
            <a:ext cx="302757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Multiple-choice tests with time limits and pass scores. Personal invite links + AI-written evaluation alongside the raw score.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66837" y="1695796"/>
            <a:ext cx="3576218" cy="4206240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41157" y="1970116"/>
            <a:ext cx="4572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8341157" y="2152996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 Assessments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341157" y="2701636"/>
            <a:ext cx="302757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In-browser coding challenges with starter code. AI evaluates correctness, complexity, and edge-case handling.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assessment integrates into Pipeline Sessions Step 5 and produces results visible in Reports &amp; Analytics.</a:t>
            </a:r>
            <a:endParaRPr lang="en-US" sz="10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94657"/>
            <a:ext cx="1650939" cy="409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48640" y="1161703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Post-Offer Follow-Up (POFU)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824643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a candidate accepts an offer, POFU automates the entire pre-joining stretch — and flags drop risk before Day 1.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876203"/>
            <a:ext cx="1772869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876203"/>
            <a:ext cx="177286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Accepted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12949" y="2876203"/>
            <a:ext cx="1772869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12949" y="2876203"/>
            <a:ext cx="177286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Resigned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7258" y="2876203"/>
            <a:ext cx="1772869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77258" y="2876203"/>
            <a:ext cx="177286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BGV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41568" y="2876203"/>
            <a:ext cx="1772869" cy="640080"/>
          </a:xfrm>
          <a:prstGeom prst="roundRect">
            <a:avLst>
              <a:gd name="adj" fmla="val 1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1568" y="2876203"/>
            <a:ext cx="177286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05877" y="2876203"/>
            <a:ext cx="1772869" cy="640080"/>
          </a:xfrm>
          <a:prstGeom prst="roundRect">
            <a:avLst>
              <a:gd name="adj" fmla="val 114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05877" y="2876203"/>
            <a:ext cx="177286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870186" y="2876203"/>
            <a:ext cx="1772869" cy="64008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0186" y="2876203"/>
            <a:ext cx="177286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Dropped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3607723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states tracked per candidate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4064923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personalised check-in emails at the right intervals.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BGV completion, joining-date confirmation, and final joining.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score (0–100) and risk level (low / medium / high) per candidate.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Auto-pauses a sequence when a candidate replies, resumes on silence.</a:t>
            </a:r>
            <a:endParaRPr lang="en-US" sz="14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94657"/>
            <a:ext cx="1650939" cy="409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98764" y="14630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&amp; Analytics — eight tabs, one source of truth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263644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2240280"/>
            <a:ext cx="54864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42316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Funnel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22706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Sourced → Selected funnel + VI funnel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7964" y="2240280"/>
            <a:ext cx="263644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67964" y="2240280"/>
            <a:ext cx="54864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3596564" y="242316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96564" y="2834640"/>
            <a:ext cx="22706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conversion, bottleneck flag, time-in-stage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87288" y="2240280"/>
            <a:ext cx="263644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87288" y="2240280"/>
            <a:ext cx="54864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6415888" y="242316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15888" y="2834640"/>
            <a:ext cx="22706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Screening, decisions, score &amp; match distribution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06611" y="2240280"/>
            <a:ext cx="263644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06611" y="2240280"/>
            <a:ext cx="54864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9235211" y="242316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235211" y="2834640"/>
            <a:ext cx="22706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MCQ + Coding stats, score distributions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840480"/>
            <a:ext cx="263644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3840480"/>
            <a:ext cx="54864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402336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Interviews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7240" y="4434840"/>
            <a:ext cx="22706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Recommendations, score, 5-competency averages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67964" y="3840480"/>
            <a:ext cx="263644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67964" y="3840480"/>
            <a:ext cx="54864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3596564" y="402336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Post-Offer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596564" y="4434840"/>
            <a:ext cx="22706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POFU state progression, risk, email engagement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87288" y="3840480"/>
            <a:ext cx="263644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87288" y="3840480"/>
            <a:ext cx="54864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6415888" y="402336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415888" y="4434840"/>
            <a:ext cx="22706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Session-level activity log + cycle times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006611" y="3840480"/>
            <a:ext cx="263644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06611" y="3840480"/>
            <a:ext cx="54864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3"/>
          <p:cNvSpPr/>
          <p:nvPr/>
        </p:nvSpPr>
        <p:spPr>
          <a:xfrm>
            <a:off x="9235211" y="402336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Job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9235211" y="4434840"/>
            <a:ext cx="22706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Per-job pipeline metrics with skills coverage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strip on every view: Active Jobs · Time-to-Hire · Selection Rate · Pipeline Sessions · Candidates · Assessments · Video Interviews · POFU · Calls Made.</a:t>
            </a:r>
            <a:endParaRPr lang="en-US" sz="105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94657"/>
            <a:ext cx="1650939" cy="409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48640" y="995449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QA — coaching from every call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716578"/>
            <a:ext cx="26364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716578"/>
            <a:ext cx="2636444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53738"/>
            <a:ext cx="22706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2356658"/>
            <a:ext cx="22706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 Reviewed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630978"/>
            <a:ext cx="22706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scorecards generated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67964" y="1716578"/>
            <a:ext cx="26364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67964" y="1716578"/>
            <a:ext cx="263644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0"/>
          <p:cNvSpPr/>
          <p:nvPr/>
        </p:nvSpPr>
        <p:spPr>
          <a:xfrm>
            <a:off x="3550844" y="1853738"/>
            <a:ext cx="22706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/100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550844" y="2356658"/>
            <a:ext cx="22706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QA Score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50844" y="2630978"/>
            <a:ext cx="22706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all reviewed calls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87288" y="1716578"/>
            <a:ext cx="26364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87288" y="1716578"/>
            <a:ext cx="2636444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6370168" y="1853738"/>
            <a:ext cx="22706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70168" y="2356658"/>
            <a:ext cx="22706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Coaching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70168" y="2630978"/>
            <a:ext cx="22706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calls below 70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006611" y="1716578"/>
            <a:ext cx="263644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06611" y="1716578"/>
            <a:ext cx="263644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9189491" y="1853738"/>
            <a:ext cx="22706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189491" y="2356658"/>
            <a:ext cx="22706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Weakest Dimension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89491" y="2630978"/>
            <a:ext cx="22706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common low area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340821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see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3728258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Searchable list of every reviewed call.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Color-coded QA score (red &lt; 45, amber 45–69, green ≥ 70).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 verdict + risk level pills per row.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 by most recent, lowest score, or highest score.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58368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Drill-down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583680" y="3728258"/>
            <a:ext cx="505937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any row to open the full Per-Call QA Report inline.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8-dimension weighted scorecard with evidence quotes.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flags ranked by severity (critical / high / medium).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vs. better coaching nudges with rationale.</a:t>
            </a:r>
            <a:endParaRPr lang="en-US" sz="14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94657"/>
            <a:ext cx="1650939" cy="409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48640" y="127517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Zeople leads vs. enterprise ATS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043268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FFAF3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2078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220786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AI call coaching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75650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transcription + nudges during the call — not a post-mortem.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07738" y="2043268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FFAF3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90618" y="22078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856378" y="220786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Per-call QA scorecards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490618" y="275650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8-dimension weighted grading on every recruiter call, with weak vs. better coaching prompts.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66837" y="2043268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FFAF3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49717" y="22078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15477" y="220786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resume content check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49717" y="275650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 AI-generated resume writing before you spend cycles on a candidate.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009228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FFAF3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173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97280" y="417382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video interview analytics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31520" y="472246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scoring across 5 competencies — no HireVue integration needed.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07738" y="4009228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FFAF3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90618" y="4173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856378" y="417382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Post-offer drop-risk scoring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490618" y="472246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Predicts and tracks drop risk through to Day 1 with auto check-ins.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066837" y="4009228"/>
            <a:ext cx="3576218" cy="1783080"/>
          </a:xfrm>
          <a:prstGeom prst="roundRect">
            <a:avLst>
              <a:gd name="adj" fmla="val 4103"/>
            </a:avLst>
          </a:prstGeom>
          <a:solidFill>
            <a:srgbClr val="FFFAF3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49717" y="4173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615477" y="417382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Per-session hiring drive analytics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8249717" y="4722460"/>
            <a:ext cx="32104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hiring drive has its own funnel, conversion, and cycle-time view.</a:t>
            </a:r>
            <a:endParaRPr lang="en-US" sz="11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94657"/>
            <a:ext cx="1650939" cy="409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3"/>
          <p:cNvSpPr/>
          <p:nvPr/>
        </p:nvSpPr>
        <p:spPr>
          <a:xfrm>
            <a:off x="640080" y="2664229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2664229"/>
            <a:ext cx="91440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2801389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platform. From the first call to Day 1.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05840" y="3441469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recruiting, built for the way recruiters actually work.</a:t>
            </a:r>
            <a:endParaRPr lang="en-US" sz="14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94657"/>
            <a:ext cx="1650939" cy="409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988</Words>
  <Application>Microsoft Office PowerPoint</Application>
  <PresentationFormat>Widescreen</PresentationFormat>
  <Paragraphs>165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Zeople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Zeople RecruiterOS — Product Overview</dc:title>
  <dc:subject>Product Overview</dc:subject>
  <dc:creator>Zeople</dc:creator>
  <cp:lastModifiedBy>Admin</cp:lastModifiedBy>
  <cp:revision>2</cp:revision>
  <dcterms:created xsi:type="dcterms:W3CDTF">2026-05-07T07:55:53Z</dcterms:created>
  <dcterms:modified xsi:type="dcterms:W3CDTF">2026-05-07T18:18:12Z</dcterms:modified>
</cp:coreProperties>
</file>